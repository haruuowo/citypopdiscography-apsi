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86968" y="1527048"/>
            <a:ext cx="54864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8E8"/>
                </a:solidFill>
              </a:defRPr>
            </a:pPr>
            <a:r>
              <a:rPr dirty="0"/>
              <a:t>6APSI FINAL PROJECT</a:t>
            </a:r>
          </a:p>
          <a:p>
            <a:pPr>
              <a:defRPr sz="3800" b="1">
                <a:solidFill>
                  <a:srgbClr val="FF5A8C"/>
                </a:solidFill>
              </a:defRPr>
            </a:pPr>
            <a:r>
              <a:rPr dirty="0"/>
              <a:t>City Pop Vault</a:t>
            </a:r>
          </a:p>
          <a:p>
            <a:pPr>
              <a:defRPr sz="1800" b="1">
                <a:solidFill>
                  <a:srgbClr val="F5F7FA"/>
                </a:solidFill>
              </a:defRPr>
            </a:pPr>
            <a:r>
              <a:rPr dirty="0"/>
              <a:t>Japanese Vinyl Discography &amp; Community Vault</a:t>
            </a:r>
          </a:p>
          <a:p>
            <a:br>
              <a:rPr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- Stack: React 18, Vite, </a:t>
            </a:r>
            <a:r>
              <a:rPr dirty="0" err="1">
                <a:solidFill>
                  <a:schemeClr val="bg2"/>
                </a:solidFill>
              </a:rPr>
              <a:t>Supabase</a:t>
            </a:r>
            <a:r>
              <a:rPr dirty="0">
                <a:solidFill>
                  <a:schemeClr val="bg2"/>
                </a:solidFill>
              </a:rPr>
              <a:t> Cloud PostgreSQL, Apple Music/iTunes Audio APIs</a:t>
            </a:r>
            <a:br>
              <a:rPr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- Architecture: 3-Theme CSS Engine, Offline Fallback Resilient Store, Row Level Security</a:t>
            </a:r>
            <a:br>
              <a:rPr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- Presenter: Student Final Presentation (Course 6APSI)</a:t>
            </a:r>
            <a:br>
              <a:rPr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- Status: Production Ready &amp; Certified</a:t>
            </a:r>
          </a:p>
        </p:txBody>
      </p:sp>
      <p:pic>
        <p:nvPicPr>
          <p:cNvPr id="4" name="Picture 3" descr="01_web_dark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The Problem &amp; Architectural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A8C"/>
                </a:solidFill>
              </a:defRPr>
            </a:pPr>
            <a:r>
              <a:t>The Problem: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- 1970s and 1980s Japanese City Pop music is dispersed across fragmented forums.</a:t>
            </a:r>
            <a:br/>
            <a:r>
              <a:t>- Spotify preview API deprecations break dynamic streaming on web discographies.</a:t>
            </a:r>
            <a:br/>
            <a:r>
              <a:t>- Listeners lack vibe-based classification (Midnight Drive, Beach Sunset, Retro Synth).</a:t>
            </a:r>
          </a:p>
          <a:p>
            <a:br/>
            <a:r>
              <a:t>The Solution &amp; Innovation: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- Unified Digital Vault: Instant mood-based tag filters and multi-field search.</a:t>
            </a:r>
            <a:br/>
            <a:r>
              <a:t>- Persistent Audio Context: Continuous 30-second audio previews lifted to top-level bar.</a:t>
            </a:r>
            <a:br/>
            <a:r>
              <a:t>- Real-Time Cloud Vault: Live Supabase database submissions with optimistic UI.</a:t>
            </a:r>
          </a:p>
        </p:txBody>
      </p:sp>
      <p:pic>
        <p:nvPicPr>
          <p:cNvPr id="5" name="Picture 4" descr="03_web_discography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Technical Stack &amp; Offline-Resilient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A8E8"/>
                </a:solidFill>
              </a:defRPr>
            </a:pPr>
            <a:r>
              <a:t>System Architecture &amp; Stack: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- Frontend: React 18, Vite HMR, Lucide Icons, Vanilla CSS Custom Properties.</a:t>
            </a:r>
            <a:br/>
            <a:r>
              <a:t>- Backend &amp; Database: Supabase PostgreSQL (albums, tracks, recommendations tables).</a:t>
            </a:r>
            <a:br/>
            <a:r>
              <a:t>- Dynamic Audio Resolver: Apple Music / iTunes Search API integration.</a:t>
            </a:r>
            <a:br/>
            <a:r>
              <a:t>- Dual-Mode Resilience: Hybrid supabaseClient.js automatically falls back to local data on network or API downtime.</a:t>
            </a:r>
          </a:p>
        </p:txBody>
      </p:sp>
      <p:pic>
        <p:nvPicPr>
          <p:cNvPr id="5" name="Picture 4" descr="09_ide_supabase_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Security Lockdown &amp; Pre-Public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A8C"/>
                </a:solidFill>
              </a:defRPr>
            </a:pPr>
            <a:r>
              <a:t>Security Readiness &amp; Verification: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- Credential Isolation: .env strictly ignored in .gitignore; sanitized .env.example provided.</a:t>
            </a:r>
            <a:br/>
            <a:r>
              <a:t>- Git History Cleanse: Scanned full git commit logs (git log -p) confirming zero secret or key leaks.</a:t>
            </a:r>
            <a:br/>
            <a:r>
              <a:t>- Supabase RLS Policies: PostgreSQL Row Level Security enforces safe public read and rate-controlled insert policies.</a:t>
            </a:r>
            <a:br/>
            <a:r>
              <a:t>- Completed Verification Checklist: SECURITY-CHECKLIST.md fully audited and certified.</a:t>
            </a:r>
          </a:p>
        </p:txBody>
      </p:sp>
      <p:pic>
        <p:nvPicPr>
          <p:cNvPr id="5" name="Picture 4" descr="11_ide_security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Key Challenges &amp; Engineering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A8E8"/>
                </a:solidFill>
              </a:defRPr>
            </a:pPr>
            <a:r>
              <a:t>Debugging &amp; Resolved Bottlenecks: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1. Audio Unmounting Bug: Filter changes caused re-rendering and stopped audio.</a:t>
            </a:r>
            <a:br/>
            <a:r>
              <a:t>   Fix: Lifted audio context to persistent AudioPlayerBar.</a:t>
            </a:r>
            <a:br/>
            <a:br/>
            <a:r>
              <a:t>2. Supabase RLS 42501 Error: Public insert failed on new recommendations.</a:t>
            </a:r>
            <a:br/>
            <a:r>
              <a:t>   Fix: Authored granular PostgreSQL INSERT policies.</a:t>
            </a:r>
            <a:br/>
            <a:br/>
            <a:r>
              <a:t>3. Array Casting Mismatch: Form submitted strings into text[] columns.</a:t>
            </a:r>
            <a:br/>
            <a:r>
              <a:t>   Fix: Formatted payload to native SQL arrays.</a:t>
            </a:r>
          </a:p>
        </p:txBody>
      </p:sp>
      <p:pic>
        <p:nvPicPr>
          <p:cNvPr id="5" name="Picture 4" descr="10_ide_audio_player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Vibe Coding Ratio &amp; AI Badge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A8C"/>
                </a:solidFill>
              </a:defRPr>
            </a:pPr>
            <a:r>
              <a:t>AI Badge Compliance &amp; Development Breakdown: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- Code Ratio: 35% Manual Code / 65% AI-Assisted (Exceeds required 20% manual code threshold).</a:t>
            </a:r>
            <a:br/>
            <a:r>
              <a:t>- Student Self-Authored: CSS Design System token hierarchy, persistent audio lifter, Supabase fallback resilience layer, and SQL RLS policies.</a:t>
            </a:r>
            <a:br/>
            <a:r>
              <a:t>- AI-Assisted Components: Rapid UI boilerplate scaffolding, initial mock dataset synthesis, documentation formatting.</a:t>
            </a:r>
            <a:br/>
            <a:r>
              <a:t>- Complete disclosure documented in AI-USAGE.md.</a:t>
            </a:r>
          </a:p>
        </p:txBody>
      </p:sp>
      <p:pic>
        <p:nvPicPr>
          <p:cNvPr id="5" name="Picture 4" descr="04_web_sunset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Live Demonstration Summary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A8E8"/>
                </a:solidFill>
              </a:defRPr>
            </a:pPr>
            <a:r>
              <a:t>Demo Highlights &amp; Next Steps: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- Live Capabilities Demonstrated:</a:t>
            </a:r>
            <a:br/>
            <a:r>
              <a:t>  1. Multi-theme switcher (Dark, Sunset, Daylight).</a:t>
            </a:r>
            <a:br/>
            <a:r>
              <a:t>  2. Audio preview playback with continuous audio bar.</a:t>
            </a:r>
            <a:br/>
            <a:r>
              <a:t>  3. Real-time recommendation submission modal.</a:t>
            </a:r>
            <a:br/>
            <a:br/>
            <a:r>
              <a:t>- Future Roadmap:</a:t>
            </a:r>
            <a:br/>
            <a:r>
              <a:t>  - User Authentication (Firebase / Cloudflare Zero Trust).</a:t>
            </a:r>
            <a:br/>
            <a:r>
              <a:t>  - Vinyl record marketplace pricing integration.</a:t>
            </a:r>
          </a:p>
        </p:txBody>
      </p:sp>
      <p:pic>
        <p:nvPicPr>
          <p:cNvPr id="5" name="Picture 4" descr="06_web_community_v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607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Harold Doton</cp:lastModifiedBy>
  <cp:revision>2</cp:revision>
  <dcterms:created xsi:type="dcterms:W3CDTF">2013-01-27T09:14:16Z</dcterms:created>
  <dcterms:modified xsi:type="dcterms:W3CDTF">2026-10-04T13:47:06Z</dcterms:modified>
  <cp:category/>
</cp:coreProperties>
</file>