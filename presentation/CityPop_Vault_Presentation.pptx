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E8"/>
                </a:solidFill>
              </a:defRPr>
            </a:pPr>
            <a:r>
              <a:rPr dirty="0"/>
              <a:t>6APSI FINAL PROJECT</a:t>
            </a:r>
          </a:p>
          <a:p>
            <a:pPr>
              <a:defRPr sz="3600" b="1">
                <a:solidFill>
                  <a:srgbClr val="FF5A8C"/>
                </a:solidFill>
              </a:defRPr>
            </a:pPr>
            <a:r>
              <a:rPr dirty="0"/>
              <a:t>City Pop Vault</a:t>
            </a:r>
          </a:p>
          <a:p>
            <a:pPr>
              <a:defRPr sz="1600" b="1">
                <a:solidFill>
                  <a:srgbClr val="F5F7FA"/>
                </a:solidFill>
              </a:defRPr>
            </a:pPr>
            <a:r>
              <a:rPr dirty="0"/>
              <a:t>A Simple Web App to Explore Retro Japanese Vinyl &amp; Share Songs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What is it in simple terms?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An interactive website where music fans can discover 1970s-80s Japanese City Pop albums, listen to 30-second song clips, change visual color themes, and submit their favorite recommendations to a live online list.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- Built With: React (Web Frontend) &amp; </a:t>
            </a:r>
            <a:r>
              <a:rPr dirty="0" err="1">
                <a:solidFill>
                  <a:schemeClr val="bg1"/>
                </a:solidFill>
              </a:rPr>
              <a:t>Supabase</a:t>
            </a:r>
            <a:r>
              <a:rPr dirty="0">
                <a:solidFill>
                  <a:schemeClr val="bg1"/>
                </a:solidFill>
              </a:rPr>
              <a:t> (Online Database)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- Presenter: Student Capstone Presentation (Course 6APSI)</a:t>
            </a:r>
          </a:p>
        </p:txBody>
      </p:sp>
      <p:pic>
        <p:nvPicPr>
          <p:cNvPr id="4" name="Picture 3" descr="01_web_dar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Why We Built It: The Problem &amp;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A8C"/>
                </a:solidFill>
              </a:defRPr>
            </a:pPr>
            <a:r>
              <a:rPr sz="1600" dirty="0"/>
              <a:t>The Problem for Everyday Listeners: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rPr sz="1600" dirty="0"/>
              <a:t>- Vintage Japanese music is scattered all over old forums, making it hard to find good songs.</a:t>
            </a:r>
            <a:br>
              <a:rPr sz="1600" dirty="0"/>
            </a:br>
            <a:r>
              <a:rPr sz="1600" dirty="0"/>
              <a:t>- Most music sites do not let you browse by mood (like 'Night Drive' or 'Beach Sunset').</a:t>
            </a:r>
            <a:br>
              <a:rPr sz="1600" dirty="0"/>
            </a:br>
            <a:r>
              <a:rPr sz="1600" dirty="0"/>
              <a:t>- Song preview buttons on other websites are often broken or require paid logins.</a:t>
            </a:r>
          </a:p>
          <a:p>
            <a:br>
              <a:rPr sz="1600" dirty="0">
                <a:solidFill>
                  <a:schemeClr val="bg2"/>
                </a:solidFill>
              </a:rPr>
            </a:br>
            <a:r>
              <a:rPr sz="1600" dirty="0">
                <a:solidFill>
                  <a:schemeClr val="bg2"/>
                </a:solidFill>
              </a:rPr>
              <a:t>Our Simple Solution: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rPr sz="1600" dirty="0"/>
              <a:t>- One Clean Website: Browse albums easily with search and mood buttons.</a:t>
            </a:r>
            <a:br>
              <a:rPr sz="1600" dirty="0"/>
            </a:br>
            <a:r>
              <a:rPr sz="1600" dirty="0"/>
              <a:t>- Music Never Stops: Listen to instant 30-second previews while clicking around.</a:t>
            </a:r>
            <a:br>
              <a:rPr sz="1600" dirty="0"/>
            </a:br>
            <a:r>
              <a:rPr sz="1600" dirty="0"/>
              <a:t>- Community Sharing: Anyone can add song suggestions to a shared public list.</a:t>
            </a:r>
          </a:p>
        </p:txBody>
      </p:sp>
      <p:pic>
        <p:nvPicPr>
          <p:cNvPr id="5" name="Picture 4" descr="03_web_discography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How The App Works: Simple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8E8"/>
                </a:solidFill>
              </a:defRPr>
            </a:pPr>
            <a:r>
              <a:rPr sz="1600" dirty="0"/>
              <a:t>How the pieces connect together: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rPr sz="1600" dirty="0"/>
              <a:t>- Frontend (What You See): Built with React. Includes 3 visual color themes (Dark Mode, Sunset, Daylight) that switch instantly.</a:t>
            </a:r>
            <a:br>
              <a:rPr sz="1600" dirty="0"/>
            </a:br>
            <a:br>
              <a:rPr sz="1600" dirty="0"/>
            </a:br>
            <a:r>
              <a:rPr sz="1600" dirty="0"/>
              <a:t>- Online Database (Where Info Lives): </a:t>
            </a:r>
            <a:r>
              <a:rPr sz="1600" dirty="0" err="1"/>
              <a:t>Supabase</a:t>
            </a:r>
            <a:r>
              <a:rPr sz="1600" dirty="0"/>
              <a:t> cloud database safely stores albums, track lists, and community posts.</a:t>
            </a:r>
            <a:br>
              <a:rPr sz="1600" dirty="0"/>
            </a:br>
            <a:br>
              <a:rPr sz="1600" dirty="0"/>
            </a:br>
            <a:r>
              <a:rPr sz="1600" dirty="0"/>
              <a:t>- Smart Music Player: Automatically finds and streams authentic 30-second audio previews from Apple Music and iTunes.</a:t>
            </a:r>
            <a:br>
              <a:rPr sz="1600" dirty="0"/>
            </a:br>
            <a:br>
              <a:rPr sz="1600" dirty="0"/>
            </a:br>
            <a:r>
              <a:rPr sz="1600" dirty="0"/>
              <a:t>- Offline Backup Protection: If the internet drops or the database is slow, the site automatically switches to a backup list so it never crashes.</a:t>
            </a:r>
          </a:p>
        </p:txBody>
      </p:sp>
      <p:pic>
        <p:nvPicPr>
          <p:cNvPr id="5" name="Picture 4" descr="09_ide_supabase_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Keeping The App Safe &amp; Secure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A8C"/>
                </a:solidFill>
              </a:defRPr>
            </a:pPr>
            <a:r>
              <a:rPr dirty="0"/>
              <a:t>Simple Security Rules We Followed: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rPr sz="2000" dirty="0"/>
              <a:t>- Hidden Passwords: All database keys and secret credentials are kept in a hidden file (.env) and never uploaded to public GitHub.</a:t>
            </a:r>
            <a:br>
              <a:rPr sz="2000" dirty="0"/>
            </a:br>
            <a:br>
              <a:rPr sz="2000" dirty="0"/>
            </a:br>
            <a:r>
              <a:rPr sz="2000" dirty="0"/>
              <a:t>- Clean Project History: We scanned our full project history to make 100% sure zero passwords were ever exposed.</a:t>
            </a:r>
            <a:br>
              <a:rPr sz="2000" dirty="0"/>
            </a:br>
            <a:br>
              <a:rPr sz="2000" dirty="0"/>
            </a:br>
            <a:r>
              <a:rPr sz="2000" dirty="0"/>
              <a:t>- Safe Database Permissions: Visitors can read albums and post new recommendations, but they cannot delete or mess up existing data.</a:t>
            </a:r>
            <a:br>
              <a:rPr sz="2000" dirty="0"/>
            </a:br>
            <a:br>
              <a:rPr sz="2000" dirty="0"/>
            </a:br>
            <a:r>
              <a:rPr sz="2000" dirty="0"/>
              <a:t>- Verified Checklist: Completed all required security safety tests before publishing.</a:t>
            </a:r>
          </a:p>
        </p:txBody>
      </p:sp>
      <p:pic>
        <p:nvPicPr>
          <p:cNvPr id="5" name="Picture 4" descr="11_ide_security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Problems We Hit &amp; How We Fixed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8E8"/>
                </a:solidFill>
              </a:defRPr>
            </a:pPr>
            <a:r>
              <a:rPr dirty="0"/>
              <a:t>3 Real Bugs We Solved During Coding: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rPr sz="2000" dirty="0"/>
              <a:t>1. Problem: Music stopped whenever the user searched or filtered songs.</a:t>
            </a:r>
            <a:br>
              <a:rPr sz="2000" dirty="0"/>
            </a:br>
            <a:r>
              <a:rPr sz="2000" dirty="0"/>
              <a:t>   Fix: Moved the audio player to stay fixed at the bottom of the screen so it plays continuously.</a:t>
            </a:r>
            <a:br>
              <a:rPr sz="2000" dirty="0"/>
            </a:br>
            <a:br>
              <a:rPr sz="2000" dirty="0"/>
            </a:br>
            <a:r>
              <a:rPr sz="2000" dirty="0"/>
              <a:t>2. Problem: The database blocked users when they tried to submit new song suggestions.</a:t>
            </a:r>
            <a:br>
              <a:rPr sz="2000" dirty="0"/>
            </a:br>
            <a:r>
              <a:rPr sz="2000" dirty="0"/>
              <a:t>   Fix: Added simple public submission permissions to the cloud database.</a:t>
            </a:r>
            <a:br>
              <a:rPr sz="2000" dirty="0"/>
            </a:br>
            <a:br>
              <a:rPr sz="2000" dirty="0"/>
            </a:br>
            <a:r>
              <a:rPr sz="2000" dirty="0"/>
              <a:t>3. Problem: Multi-word tags caused submission errors.</a:t>
            </a:r>
            <a:br>
              <a:rPr sz="2000" dirty="0"/>
            </a:br>
            <a:r>
              <a:rPr sz="2000" dirty="0"/>
              <a:t>   Fix: Cleaned up how genres are formatted before sending to the database.</a:t>
            </a:r>
          </a:p>
        </p:txBody>
      </p:sp>
      <p:pic>
        <p:nvPicPr>
          <p:cNvPr id="5" name="Picture 4" descr="10_ide_audio_player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How We Built It: Human Code &amp; AI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A8C"/>
                </a:solidFill>
              </a:defRPr>
            </a:pPr>
            <a:r>
              <a:rPr dirty="0"/>
              <a:t>Clear Breakdown of Work: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rPr sz="1600" dirty="0"/>
              <a:t>- 35% Hand-Crafted Code / 65% AI-Assisted Code (Exceeds the 20% minimum manual code rule).</a:t>
            </a:r>
            <a:br>
              <a:rPr sz="1600" dirty="0"/>
            </a:br>
            <a:br>
              <a:rPr sz="1600" dirty="0"/>
            </a:br>
            <a:r>
              <a:rPr sz="1600" dirty="0"/>
              <a:t>- What We Coded by Hand:</a:t>
            </a:r>
            <a:br>
              <a:rPr sz="1600" dirty="0"/>
            </a:br>
            <a:r>
              <a:rPr sz="1600" dirty="0"/>
              <a:t>  - Custom color themes and visual styling.</a:t>
            </a:r>
            <a:br>
              <a:rPr sz="1600" dirty="0"/>
            </a:br>
            <a:r>
              <a:rPr sz="1600" dirty="0"/>
              <a:t>  - The uninterrupted bottom audio player bar.</a:t>
            </a:r>
            <a:br>
              <a:rPr sz="1600" dirty="0"/>
            </a:br>
            <a:r>
              <a:rPr sz="1600" dirty="0"/>
              <a:t>  - The offline backup system that stops crashes.</a:t>
            </a:r>
            <a:br>
              <a:rPr sz="1600" dirty="0"/>
            </a:br>
            <a:r>
              <a:rPr sz="1600" dirty="0"/>
              <a:t>  - Safe database submission rules.</a:t>
            </a:r>
            <a:br>
              <a:rPr sz="1600" dirty="0"/>
            </a:br>
            <a:br>
              <a:rPr sz="1600" dirty="0"/>
            </a:br>
            <a:r>
              <a:rPr sz="1600" dirty="0"/>
              <a:t>- What AI Helped With:</a:t>
            </a:r>
            <a:br>
              <a:rPr sz="1600" dirty="0"/>
            </a:br>
            <a:r>
              <a:rPr sz="1600" dirty="0"/>
              <a:t>  - Generating starter templates and initial sample album lists.</a:t>
            </a:r>
            <a:br>
              <a:rPr sz="1600" dirty="0"/>
            </a:br>
            <a:r>
              <a:rPr sz="1600" dirty="0"/>
              <a:t>  - Cleaning up document formatting.</a:t>
            </a:r>
          </a:p>
        </p:txBody>
      </p:sp>
      <p:pic>
        <p:nvPicPr>
          <p:cNvPr id="5" name="Picture 4" descr="04_web_sunset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E8"/>
                </a:solidFill>
              </a:defRPr>
            </a:pPr>
            <a:r>
              <a:t>6APSI FINAL PROJECT PRESENTATION</a:t>
            </a:r>
          </a:p>
          <a:p>
            <a:pPr>
              <a:defRPr sz="2200" b="1">
                <a:solidFill>
                  <a:srgbClr val="F5F7FA"/>
                </a:solidFill>
              </a:defRPr>
            </a:pPr>
            <a:r>
              <a:t>Live Demo &amp; Future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A8E8"/>
                </a:solidFill>
              </a:defRPr>
            </a:pPr>
            <a:r>
              <a:rPr dirty="0"/>
              <a:t>What You Can Try in the Demo:</a:t>
            </a:r>
          </a:p>
          <a:p>
            <a:pPr>
              <a:defRPr sz="1200">
                <a:solidFill>
                  <a:srgbClr val="F5F7FA"/>
                </a:solidFill>
              </a:defRPr>
            </a:pPr>
            <a:r>
              <a:rPr sz="2000" dirty="0"/>
              <a:t>- 1. Change Themes: Switch between Dark Mode, Sunset, and Daylight with one click.</a:t>
            </a:r>
            <a:endParaRPr lang="en-US" sz="2000" dirty="0"/>
          </a:p>
          <a:p>
            <a:pPr>
              <a:defRPr sz="1200">
                <a:solidFill>
                  <a:srgbClr val="F5F7FA"/>
                </a:solidFill>
              </a:defRPr>
            </a:pPr>
            <a:br>
              <a:rPr sz="2000" dirty="0"/>
            </a:br>
            <a:r>
              <a:rPr sz="2000" dirty="0"/>
              <a:t>- 2. Play Music: Click any song to hear 30-second audio previews that keep playing while you browse.</a:t>
            </a:r>
            <a:endParaRPr lang="en-US" sz="2000" dirty="0"/>
          </a:p>
          <a:p>
            <a:pPr>
              <a:defRPr sz="1200">
                <a:solidFill>
                  <a:srgbClr val="F5F7FA"/>
                </a:solidFill>
              </a:defRPr>
            </a:pPr>
            <a:br>
              <a:rPr sz="2000" dirty="0"/>
            </a:br>
            <a:r>
              <a:rPr sz="2000" dirty="0"/>
              <a:t>- 3. Add Suggestions: Submit a song recommendation that saves directly to the online database.</a:t>
            </a:r>
            <a:br>
              <a:rPr sz="2000" dirty="0"/>
            </a:br>
            <a:br>
              <a:rPr sz="2000" dirty="0"/>
            </a:br>
            <a:r>
              <a:rPr sz="2000" dirty="0"/>
              <a:t>Future Plans:</a:t>
            </a:r>
            <a:br>
              <a:rPr sz="2000" dirty="0"/>
            </a:br>
            <a:r>
              <a:rPr sz="2000" dirty="0"/>
              <a:t>- Add user accounts and logins.</a:t>
            </a:r>
            <a:br>
              <a:rPr sz="2000" dirty="0"/>
            </a:br>
            <a:r>
              <a:rPr sz="2000" dirty="0"/>
              <a:t>- Add direct links to buy real vinyl records online.</a:t>
            </a:r>
          </a:p>
        </p:txBody>
      </p:sp>
      <p:pic>
        <p:nvPicPr>
          <p:cNvPr id="5" name="Picture 4" descr="06_web_community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779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Harold Doton</cp:lastModifiedBy>
  <cp:revision>2</cp:revision>
  <dcterms:created xsi:type="dcterms:W3CDTF">2013-01-27T09:14:16Z</dcterms:created>
  <dcterms:modified xsi:type="dcterms:W3CDTF">2026-10-04T16:01:23Z</dcterms:modified>
  <cp:category/>
</cp:coreProperties>
</file>